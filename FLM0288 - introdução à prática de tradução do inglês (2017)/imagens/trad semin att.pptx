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2"/>
  </p:notesMasterIdLst>
  <p:sldIdLst>
    <p:sldId id="256" r:id="rId2"/>
    <p:sldId id="26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5" autoAdjust="0"/>
    <p:restoredTop sz="94625" autoAdjust="0"/>
  </p:normalViewPr>
  <p:slideViewPr>
    <p:cSldViewPr>
      <p:cViewPr varScale="1">
        <p:scale>
          <a:sx n="71" d="100"/>
          <a:sy n="71" d="100"/>
        </p:scale>
        <p:origin x="-1344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277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7" d="100"/>
          <a:sy n="57" d="100"/>
        </p:scale>
        <p:origin x="-2861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C41B32-6D09-4B6E-9435-FCB00430D437}" type="datetimeFigureOut">
              <a:rPr lang="en-US" smtClean="0"/>
              <a:t>11/13/2017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9B8A37-7BF0-4416-8B21-BC9BD9E5A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02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9B8A37-7BF0-4416-8B21-BC9BD9E5A01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255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9B8A37-7BF0-4416-8B21-BC9BD9E5A01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68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3A2A-A707-40B4-9BD9-646C2D8AB009}" type="datetimeFigureOut">
              <a:rPr lang="en-US" smtClean="0"/>
              <a:t>11/13/2017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4C94-3926-4D26-8375-A7BC97BA658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3A2A-A707-40B4-9BD9-646C2D8AB009}" type="datetimeFigureOut">
              <a:rPr lang="en-US" smtClean="0"/>
              <a:t>11/13/2017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4C94-3926-4D26-8375-A7BC97BA65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3A2A-A707-40B4-9BD9-646C2D8AB009}" type="datetimeFigureOut">
              <a:rPr lang="en-US" smtClean="0"/>
              <a:t>11/13/2017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4C94-3926-4D26-8375-A7BC97BA658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3A2A-A707-40B4-9BD9-646C2D8AB009}" type="datetimeFigureOut">
              <a:rPr lang="en-US" smtClean="0"/>
              <a:t>11/13/2017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4C94-3926-4D26-8375-A7BC97BA65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3A2A-A707-40B4-9BD9-646C2D8AB009}" type="datetimeFigureOut">
              <a:rPr lang="en-US" smtClean="0"/>
              <a:t>11/13/2017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4C94-3926-4D26-8375-A7BC97BA658A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3A2A-A707-40B4-9BD9-646C2D8AB009}" type="datetimeFigureOut">
              <a:rPr lang="en-US" smtClean="0"/>
              <a:t>11/13/2017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4C94-3926-4D26-8375-A7BC97BA65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3A2A-A707-40B4-9BD9-646C2D8AB009}" type="datetimeFigureOut">
              <a:rPr lang="en-US" smtClean="0"/>
              <a:t>11/13/2017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4C94-3926-4D26-8375-A7BC97BA65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3A2A-A707-40B4-9BD9-646C2D8AB009}" type="datetimeFigureOut">
              <a:rPr lang="en-US" smtClean="0"/>
              <a:t>11/13/2017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4C94-3926-4D26-8375-A7BC97BA658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3A2A-A707-40B4-9BD9-646C2D8AB009}" type="datetimeFigureOut">
              <a:rPr lang="en-US" smtClean="0"/>
              <a:t>11/13/2017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4C94-3926-4D26-8375-A7BC97BA65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3A2A-A707-40B4-9BD9-646C2D8AB009}" type="datetimeFigureOut">
              <a:rPr lang="en-US" smtClean="0"/>
              <a:t>11/13/2017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4C94-3926-4D26-8375-A7BC97BA65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3A2A-A707-40B4-9BD9-646C2D8AB009}" type="datetimeFigureOut">
              <a:rPr lang="en-US" smtClean="0"/>
              <a:t>11/13/2017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D4C94-3926-4D26-8375-A7BC97BA658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384D3A2A-A707-40B4-9BD9-646C2D8AB009}" type="datetimeFigureOut">
              <a:rPr lang="en-US" smtClean="0"/>
              <a:t>11/13/2017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9ABD4C94-3926-4D26-8375-A7BC97BA658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552" y="2060849"/>
            <a:ext cx="8424936" cy="648072"/>
          </a:xfrm>
          <a:solidFill>
            <a:schemeClr val="tx2">
              <a:lumMod val="10000"/>
              <a:lumOff val="9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/>
          <a:lstStyle/>
          <a:p>
            <a:pPr algn="ctr"/>
            <a:r>
              <a:rPr lang="pt-BR" sz="3500" cap="none" dirty="0" smtClean="0">
                <a:latin typeface="Century" panose="02040604050505020304" pitchFamily="18" charset="0"/>
              </a:rPr>
              <a:t>THE WORLD’S SHORTEST STORIES</a:t>
            </a:r>
            <a:endParaRPr lang="en-US" sz="3500" cap="none" dirty="0">
              <a:latin typeface="Century" panose="02040604050505020304" pitchFamily="18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113937" y="5373216"/>
            <a:ext cx="3174944" cy="871711"/>
          </a:xfrm>
        </p:spPr>
        <p:txBody>
          <a:bodyPr anchor="b">
            <a:normAutofit lnSpcReduction="10000"/>
          </a:bodyPr>
          <a:lstStyle/>
          <a:p>
            <a:pPr algn="ctr"/>
            <a:r>
              <a:rPr lang="pt-B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Ariane Castelló</a:t>
            </a:r>
          </a:p>
          <a:p>
            <a:pPr algn="ctr"/>
            <a:r>
              <a:rPr lang="pt-B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Tatiana Custódio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403648" y="3754860"/>
            <a:ext cx="6595523" cy="1015663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pt-B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INTRODUÇÃO À PRÁTICA DE TRADUÇÃO DO INGLÊS</a:t>
            </a:r>
          </a:p>
          <a:p>
            <a:pPr algn="ctr"/>
            <a:r>
              <a:rPr lang="pt-B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Profª Drª Lenita Maria Rimoli Esteves</a:t>
            </a:r>
          </a:p>
          <a:p>
            <a:pPr algn="ctr"/>
            <a:r>
              <a:rPr lang="pt-B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2017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6" descr="Resultado de imagem para logo usp fflch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0175" y="620689"/>
            <a:ext cx="499275" cy="70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7802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331640" y="692697"/>
            <a:ext cx="6480720" cy="64807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500" dirty="0" smtClean="0">
                <a:latin typeface="Century" panose="02040604050505020304" pitchFamily="18" charset="0"/>
              </a:rPr>
              <a:t>CONTOS</a:t>
            </a:r>
            <a:endParaRPr lang="en-US" sz="3500" dirty="0">
              <a:latin typeface="Century" panose="020406040505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7657" y="2780928"/>
            <a:ext cx="8308685" cy="17081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pt-BR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“Typecast”, por Carne Lowgren (p. 137)</a:t>
            </a:r>
          </a:p>
          <a:p>
            <a:pPr algn="ctr"/>
            <a:endParaRPr lang="pt-BR" sz="3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pt-BR" sz="3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“Evening surprise”, por Hillary Clay (p. 209)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6" descr="Resultado de imagem para logo usp fflch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0175" y="620689"/>
            <a:ext cx="499275" cy="70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5209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3529" y="1772816"/>
            <a:ext cx="846592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“Man, I’m 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really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pissed off!”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“Why? What happened?”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“Some college kid. You know – buzzed-head-rap-music-neon-shorts-and-shades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kinda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guy.”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“Yeah, I know the type.”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“Anyway, this little yuppie dork asked me for a hooter! Can you believe it?!”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“That figures! Those jerks always judge people by the way they look.”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331640" y="692697"/>
            <a:ext cx="6480720" cy="64807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500" dirty="0" smtClean="0">
                <a:latin typeface="Century" panose="02040604050505020304" pitchFamily="18" charset="0"/>
              </a:rPr>
              <a:t>TYPECAST</a:t>
            </a:r>
            <a:endParaRPr lang="en-US" sz="3500" dirty="0">
              <a:latin typeface="Century" panose="02040604050505020304" pitchFamily="18" charset="0"/>
            </a:endParaRPr>
          </a:p>
        </p:txBody>
      </p:sp>
      <p:pic>
        <p:nvPicPr>
          <p:cNvPr id="7" name="Picture 6" descr="Resultado de imagem para logo usp fflch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0175" y="620689"/>
            <a:ext cx="499275" cy="70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4607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23512" y="1628800"/>
            <a:ext cx="8136904" cy="43858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pt-BR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Cara, eu tô </a:t>
            </a:r>
            <a:r>
              <a:rPr lang="pt-BR" sz="3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muito</a:t>
            </a:r>
            <a:r>
              <a:rPr lang="pt-BR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puto!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Por quê? O que rolou?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Um baladeiro aí. </a:t>
            </a:r>
            <a:r>
              <a:rPr lang="pt-BR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Manja: </a:t>
            </a:r>
            <a:r>
              <a:rPr lang="pt-BR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bermuda, camiseta polo, mochila sacolinha da Nike, baladinha top.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É, tô </a:t>
            </a:r>
            <a:r>
              <a:rPr lang="pt-BR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ligado do tipo.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Então, o </a:t>
            </a:r>
            <a:r>
              <a:rPr lang="pt-BR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otário </a:t>
            </a:r>
            <a:r>
              <a:rPr lang="pt-BR" sz="3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 playboyzinho </a:t>
            </a:r>
            <a:r>
              <a:rPr lang="pt-BR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 </a:t>
            </a:r>
            <a:r>
              <a:rPr lang="pt-BR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pediu um baseado! Cê acredita?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Típico! Esses idiotas sempre julgam os outros pela aparência.</a:t>
            </a: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331640" y="692697"/>
            <a:ext cx="6480720" cy="64807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500" dirty="0" smtClean="0">
                <a:latin typeface="Century" panose="02040604050505020304" pitchFamily="18" charset="0"/>
              </a:rPr>
              <a:t>ESTEREÓTIPO</a:t>
            </a:r>
            <a:endParaRPr lang="en-US" sz="3500" dirty="0">
              <a:latin typeface="Century" panose="02040604050505020304" pitchFamily="18" charset="0"/>
            </a:endParaRPr>
          </a:p>
        </p:txBody>
      </p:sp>
      <p:pic>
        <p:nvPicPr>
          <p:cNvPr id="7" name="Picture 6" descr="Resultado de imagem para logo usp fflch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0175" y="620689"/>
            <a:ext cx="499275" cy="70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6491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323528" y="1602779"/>
            <a:ext cx="4144330" cy="5073427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“Man, I’m really pissed off!”</a:t>
            </a:r>
          </a:p>
          <a:p>
            <a:pPr marL="0" indent="0" algn="just">
              <a:buNone/>
            </a:pPr>
            <a:r>
              <a:rPr lang="en-US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“Why? What happened?”</a:t>
            </a:r>
          </a:p>
          <a:p>
            <a:pPr marL="0" indent="0" algn="just">
              <a:buNone/>
            </a:pPr>
            <a:r>
              <a:rPr lang="en-US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“Some college kid. </a:t>
            </a:r>
            <a:r>
              <a:rPr lang="en-US" sz="2700" spc="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You know </a:t>
            </a:r>
            <a:r>
              <a:rPr lang="en-US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700" kern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buzzed-head-rap-music-neon-shorts-and-shades</a:t>
            </a:r>
            <a:r>
              <a:rPr lang="en-US" sz="27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7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kinda</a:t>
            </a:r>
            <a:r>
              <a:rPr lang="en-US" sz="27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guy</a:t>
            </a:r>
            <a:r>
              <a:rPr lang="en-US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</a:p>
          <a:p>
            <a:pPr marL="0" indent="0" algn="just">
              <a:buNone/>
            </a:pPr>
            <a:r>
              <a:rPr lang="en-US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“Yeah, I know the type.”</a:t>
            </a:r>
          </a:p>
          <a:p>
            <a:pPr marL="0" indent="0" algn="just">
              <a:buNone/>
            </a:pPr>
            <a:r>
              <a:rPr lang="en-US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“Anyway, this </a:t>
            </a:r>
            <a:r>
              <a:rPr lang="en-US" sz="27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little yuppie dork </a:t>
            </a:r>
            <a:r>
              <a:rPr lang="en-US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asked me for a </a:t>
            </a:r>
            <a:r>
              <a:rPr lang="en-US" sz="27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hooter</a:t>
            </a:r>
            <a:r>
              <a:rPr lang="en-US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! Can you believe it?!”</a:t>
            </a:r>
          </a:p>
          <a:p>
            <a:pPr marL="0" indent="0" algn="just">
              <a:buNone/>
            </a:pPr>
            <a:r>
              <a:rPr lang="en-US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“That figures! Those jerks always judge people by the way they look.”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4"/>
          </p:nvPr>
        </p:nvSpPr>
        <p:spPr>
          <a:xfrm>
            <a:off x="4747676" y="1574705"/>
            <a:ext cx="4041775" cy="5073427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pt-B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pt-BR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Cara, eu tô </a:t>
            </a:r>
            <a:r>
              <a:rPr lang="pt-BR" sz="27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muito</a:t>
            </a:r>
            <a:r>
              <a:rPr lang="pt-BR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puto!</a:t>
            </a:r>
            <a:endParaRPr lang="en-US" sz="27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pt-B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pt-BR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Por quê? O que rolou?</a:t>
            </a:r>
            <a:endParaRPr lang="en-US" sz="27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pt-B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pt-BR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Um baladeiro aí. Manja: </a:t>
            </a:r>
            <a:r>
              <a:rPr lang="pt-BR" sz="27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bermuda, camiseta polo, mochila sacolinha da Nike, baladinha top</a:t>
            </a:r>
            <a:r>
              <a:rPr lang="pt-BR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7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pt-B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pt-BR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É, tô ligado do tipo.</a:t>
            </a:r>
            <a:endParaRPr lang="en-US" sz="27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pt-B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pt-BR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Então, o </a:t>
            </a:r>
            <a:r>
              <a:rPr lang="pt-BR" sz="2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otário </a:t>
            </a:r>
            <a:r>
              <a:rPr lang="pt-BR" sz="27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playboyzinho </a:t>
            </a:r>
            <a:r>
              <a:rPr lang="pt-BR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 pediu um </a:t>
            </a:r>
            <a:r>
              <a:rPr lang="pt-BR" sz="27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baseado</a:t>
            </a:r>
            <a:r>
              <a:rPr lang="pt-BR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! Cê acredita?</a:t>
            </a:r>
            <a:endParaRPr lang="en-US" sz="27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pt-B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pt-BR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Típico! Esses idiotas sempre julgam os outros pela aparência.</a:t>
            </a:r>
            <a:endParaRPr lang="en-US" sz="27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008097" y="6367641"/>
            <a:ext cx="148790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500" spc="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55 palavras</a:t>
            </a:r>
            <a:endParaRPr lang="en-US" sz="1500" spc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01543" y="6367640"/>
            <a:ext cx="148790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500" spc="3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49 palavras</a:t>
            </a:r>
            <a:endParaRPr lang="en-US" dirty="0"/>
          </a:p>
        </p:txBody>
      </p:sp>
      <p:pic>
        <p:nvPicPr>
          <p:cNvPr id="8" name="Picture 6" descr="Resultado de imagem para logo usp fflch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0175" y="620689"/>
            <a:ext cx="499275" cy="70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itle 1"/>
          <p:cNvSpPr txBox="1">
            <a:spLocks/>
          </p:cNvSpPr>
          <p:nvPr/>
        </p:nvSpPr>
        <p:spPr>
          <a:xfrm>
            <a:off x="1114497" y="835219"/>
            <a:ext cx="2664296" cy="47269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pt-BR" sz="3500" dirty="0" smtClean="0">
                <a:latin typeface="Century" panose="02040604050505020304" pitchFamily="18" charset="0"/>
              </a:rPr>
              <a:t>TYPECAST</a:t>
            </a:r>
            <a:endParaRPr lang="en-US" sz="3500" dirty="0">
              <a:latin typeface="Century" panose="02040604050505020304" pitchFamily="18" charset="0"/>
            </a:endParaRPr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5220072" y="852855"/>
            <a:ext cx="2664296" cy="47269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pt-BR" sz="3500" dirty="0" smtClean="0">
                <a:latin typeface="Century" panose="02040604050505020304" pitchFamily="18" charset="0"/>
              </a:rPr>
              <a:t>ESTEREÓTIPO</a:t>
            </a:r>
            <a:endParaRPr lang="en-US" sz="35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068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65539" y="2311424"/>
            <a:ext cx="8064896" cy="33239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sz="3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Hooter</a:t>
            </a:r>
            <a:r>
              <a:rPr lang="pt-BR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sz="3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noun</a:t>
            </a:r>
            <a:r>
              <a:rPr lang="pt-BR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1. a slang term for an extra large marijuana cigarette made popular in the 1960s and 1970s</a:t>
            </a:r>
          </a:p>
          <a:p>
            <a:endParaRPr lang="pt-BR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pt-BR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“We smoked a fat </a:t>
            </a:r>
            <a:r>
              <a:rPr lang="pt-BR" sz="35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hooter</a:t>
            </a:r>
            <a:r>
              <a:rPr lang="pt-BR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listened to Beatles records all night.”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6" descr="Resultado de imagem para logo usp fflch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0175" y="620689"/>
            <a:ext cx="499275" cy="70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/>
          <p:cNvSpPr txBox="1">
            <a:spLocks/>
          </p:cNvSpPr>
          <p:nvPr/>
        </p:nvSpPr>
        <p:spPr>
          <a:xfrm>
            <a:off x="1157209" y="967292"/>
            <a:ext cx="6480720" cy="5116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500" dirty="0" smtClean="0">
                <a:latin typeface="Century" panose="02040604050505020304" pitchFamily="18" charset="0"/>
              </a:rPr>
              <a:t>STONER DICTIONARY | HOOTER</a:t>
            </a:r>
            <a:endParaRPr lang="en-US" sz="35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8961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4294967295"/>
          </p:nvPr>
        </p:nvSpPr>
        <p:spPr>
          <a:xfrm>
            <a:off x="571870" y="1772816"/>
            <a:ext cx="8000260" cy="4248472"/>
          </a:xfrm>
        </p:spPr>
        <p:txBody>
          <a:bodyPr anchor="t">
            <a:normAutofit/>
          </a:bodyPr>
          <a:lstStyle/>
          <a:p>
            <a:pPr marL="0" indent="0"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Shimmery stockings stretched over shapely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thighs – a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perfect backdrop for a body-skimming cocktail dress. Glamour radiated from the ends of the diamond earrings to the tips of the spike-heeled shoes. As a shadowed eye surveyed the mirror’s reflection, painted lips pursed with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pleasure. Suddenly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voice cried out from behind, “Dad?!”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6" descr="Resultado de imagem para logo usp fflch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0175" y="620689"/>
            <a:ext cx="499275" cy="70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331640" y="692697"/>
            <a:ext cx="6480720" cy="64807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500" dirty="0" smtClean="0">
                <a:latin typeface="Century" panose="02040604050505020304" pitchFamily="18" charset="0"/>
              </a:rPr>
              <a:t>EVENING SURPRISE</a:t>
            </a:r>
            <a:endParaRPr lang="en-US" sz="35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16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4294967295"/>
          </p:nvPr>
        </p:nvSpPr>
        <p:spPr>
          <a:xfrm>
            <a:off x="577855" y="1700808"/>
            <a:ext cx="7961957" cy="464185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Meias-calças </a:t>
            </a:r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cintilantes ressaltavam as coxas salientes – o realce perfeito para um vestido de festa colado ao corpo. O glamour irradiava dos brincos de diamante até as pontas do salto agulha. Enquanto um olho esfumado examinava o reflexo no espelho, lábios pintados exprimiam prazer. De repente, uma voz gritou de trás: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</a:t>
            </a:r>
            <a:r>
              <a:rPr lang="pt-B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?!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6" descr="Resultado de imagem para logo usp fflch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0175" y="620689"/>
            <a:ext cx="499275" cy="70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331640" y="692697"/>
            <a:ext cx="6480720" cy="64807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500" dirty="0" smtClean="0">
                <a:latin typeface="Century" panose="02040604050505020304" pitchFamily="18" charset="0"/>
              </a:rPr>
              <a:t>SURPRESA NOTURNA</a:t>
            </a:r>
            <a:endParaRPr lang="en-US" sz="35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161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878" y="1628800"/>
            <a:ext cx="4040188" cy="4608512"/>
          </a:xfrm>
        </p:spPr>
        <p:txBody>
          <a:bodyPr anchor="t">
            <a:normAutofit lnSpcReduction="10000"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en-US" sz="2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himmery </a:t>
            </a:r>
            <a:r>
              <a:rPr lang="en-US" sz="2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tocking</a:t>
            </a:r>
            <a:r>
              <a:rPr lang="en-US" sz="2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tretched over </a:t>
            </a:r>
            <a:r>
              <a:rPr lang="en-US" sz="2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hapely thigh</a:t>
            </a:r>
            <a:r>
              <a:rPr lang="en-US" sz="2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pt-B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perfect backdrop for a body-skimming </a:t>
            </a:r>
            <a:r>
              <a:rPr lang="en-US" sz="2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cocktail dress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Glamour radiated from the ends of the diamond earrings to the tips of the </a:t>
            </a:r>
            <a:r>
              <a:rPr lang="en-US" sz="2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spike-heeled shoes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As a shadowed eye surveyed the mirror’s reflection, </a:t>
            </a:r>
            <a:r>
              <a:rPr lang="en-US" sz="2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ainted li</a:t>
            </a:r>
            <a:r>
              <a:rPr lang="en-US" sz="2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2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ursed with </a:t>
            </a:r>
            <a:r>
              <a:rPr lang="en-US" sz="25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leasure. Suddenly, a voice cried out from behind, “Dad?!”</a:t>
            </a:r>
          </a:p>
          <a:p>
            <a:pPr marL="0" indent="0">
              <a:spcBef>
                <a:spcPts val="0"/>
              </a:spcBef>
              <a:buNone/>
            </a:pPr>
            <a:endParaRPr lang="pt-BR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19748" y="3284984"/>
            <a:ext cx="4248472" cy="1584177"/>
          </a:xfrm>
        </p:spPr>
        <p:txBody>
          <a:bodyPr anchor="ctr">
            <a:noAutofit/>
          </a:bodyPr>
          <a:lstStyle/>
          <a:p>
            <a:pPr marL="0" indent="0" algn="just">
              <a:spcBef>
                <a:spcPts val="0"/>
              </a:spcBef>
              <a:buNone/>
            </a:pPr>
            <a:r>
              <a:rPr lang="pt-BR" sz="2500" kern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Meia</a:t>
            </a:r>
            <a:r>
              <a:rPr lang="pt-BR" sz="2500" kern="1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pt-BR" sz="2500" kern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-calça</a:t>
            </a:r>
            <a:r>
              <a:rPr lang="pt-BR" sz="2500" kern="1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pt-BR" sz="2500" kern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500" kern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2500" kern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intilante</a:t>
            </a:r>
            <a:r>
              <a:rPr lang="pt-BR" sz="2500" kern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pt-BR" sz="2500" kern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</a:t>
            </a:r>
            <a:r>
              <a:rPr lang="pt-BR" sz="2500" kern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</a:t>
            </a:r>
            <a:r>
              <a:rPr lang="pt-BR" sz="2500" kern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altavam a</a:t>
            </a:r>
            <a:r>
              <a:rPr lang="pt-BR" sz="2500" kern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pt-BR" sz="2500" kern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coxa</a:t>
            </a:r>
            <a:r>
              <a:rPr lang="pt-BR" sz="2500" kern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pt-BR" sz="2500" kern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500" kern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pt-BR" sz="2500" kern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aliente</a:t>
            </a:r>
            <a:r>
              <a:rPr lang="pt-BR" sz="2500" kern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pt-BR" sz="2500" kern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 realce perfeito para um </a:t>
            </a:r>
            <a:r>
              <a:rPr lang="pt-BR" sz="2500" kern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vestido de festa </a:t>
            </a:r>
            <a:r>
              <a:rPr lang="pt-BR" sz="2500" kern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colado ao corpo. O glamour irradiava dos brincos de diamante até as pontas do </a:t>
            </a:r>
            <a:r>
              <a:rPr lang="pt-BR" sz="2500" kern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salto agulha</a:t>
            </a:r>
            <a:r>
              <a:rPr lang="pt-BR" sz="2500" kern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Enquanto um olho esfumado examinava o reflexo no espelho, lábios </a:t>
            </a:r>
            <a:r>
              <a:rPr lang="pt-BR" sz="2500" kern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2500" kern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intados ex</a:t>
            </a:r>
            <a:r>
              <a:rPr lang="pt-BR" sz="2500" kern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2500" kern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rimiam </a:t>
            </a:r>
            <a:r>
              <a:rPr lang="pt-BR" sz="2500" kern="1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2500" kern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razer. De repente, uma voz gritou de trás:</a:t>
            </a:r>
            <a:endParaRPr lang="en-US" sz="2500" kern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pt-BR" sz="2500" kern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Pai?!</a:t>
            </a:r>
            <a:r>
              <a:rPr lang="pt-B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80312" y="6439705"/>
            <a:ext cx="148790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5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54 </a:t>
            </a:r>
            <a:r>
              <a:rPr lang="pt-BR" sz="1500" spc="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palavras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965060" y="6457098"/>
            <a:ext cx="148790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500" spc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 </a:t>
            </a:r>
            <a:r>
              <a:rPr lang="pt-BR" sz="1500" spc="3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palavras</a:t>
            </a:r>
            <a:endParaRPr lang="en-US" dirty="0"/>
          </a:p>
        </p:txBody>
      </p:sp>
      <p:pic>
        <p:nvPicPr>
          <p:cNvPr id="10" name="Picture 6" descr="Resultado de imagem para logo usp fflch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0175" y="620689"/>
            <a:ext cx="499275" cy="70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1132151" y="679408"/>
            <a:ext cx="2664296" cy="47269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pt-BR" sz="3500" dirty="0" smtClean="0">
                <a:latin typeface="Century" panose="02040604050505020304" pitchFamily="18" charset="0"/>
              </a:rPr>
              <a:t>EVENING SURPRISE</a:t>
            </a:r>
            <a:endParaRPr lang="en-US" sz="3500" dirty="0">
              <a:latin typeface="Century" panose="02040604050505020304" pitchFamily="18" charset="0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5364088" y="679408"/>
            <a:ext cx="2664296" cy="47269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pt-BR" sz="1800" dirty="0" smtClean="0">
                <a:latin typeface="Century" panose="02040604050505020304" pitchFamily="18" charset="0"/>
              </a:rPr>
              <a:t>SURPRESA NOTURNA</a:t>
            </a:r>
            <a:endParaRPr lang="en-US" sz="1800" dirty="0">
              <a:latin typeface="Century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129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331640" y="692697"/>
            <a:ext cx="6480720" cy="64807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3500" dirty="0" smtClean="0">
                <a:latin typeface="Century" panose="02040604050505020304" pitchFamily="18" charset="0"/>
              </a:rPr>
              <a:t>REFERÊNCIAS</a:t>
            </a:r>
            <a:endParaRPr lang="en-US" sz="3500" dirty="0">
              <a:latin typeface="Century" panose="020406040505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59632" y="2487819"/>
            <a:ext cx="6624736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CLAY, H. Evening surprise. In: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MOSS, S. (Ed.).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world's shortest stories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Philadelphia: London: Running Press, 1998. p. 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209.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LOWGREN, C. Typecast. In: MOSS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(Ed.).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world's shortest stories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Philadelphia: London: Running Press, 1998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p. 137.</a:t>
            </a:r>
          </a:p>
          <a:p>
            <a:endParaRPr lang="pt-BR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STONER dictionary. </a:t>
            </a:r>
            <a:r>
              <a:rPr lang="en-US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Disponível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&lt;http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://www.stonerdays.com/hooter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/&gt;. </a:t>
            </a:r>
            <a:r>
              <a:rPr lang="en-US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Acesso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3 </a:t>
            </a:r>
            <a:r>
              <a:rPr lang="en-US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nov.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2017.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6" descr="Resultado de imagem para logo usp fflch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0175" y="620689"/>
            <a:ext cx="499275" cy="70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3126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ustom 4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7E97AD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203</TotalTime>
  <Words>713</Words>
  <Application>Microsoft Office PowerPoint</Application>
  <PresentationFormat>On-screen Show (4:3)</PresentationFormat>
  <Paragraphs>65</Paragraphs>
  <Slides>10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Clarity</vt:lpstr>
      <vt:lpstr>THE WORLD’S SHORTEST STORIES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world’s shortest stories</dc:title>
  <dc:creator>Ariane</dc:creator>
  <cp:lastModifiedBy>Ariane</cp:lastModifiedBy>
  <cp:revision>34</cp:revision>
  <dcterms:created xsi:type="dcterms:W3CDTF">2017-11-12T22:43:05Z</dcterms:created>
  <dcterms:modified xsi:type="dcterms:W3CDTF">2017-11-14T00:40:33Z</dcterms:modified>
</cp:coreProperties>
</file>